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8" r:id="rId2"/>
    <p:sldId id="257" r:id="rId3"/>
  </p:sldIdLst>
  <p:sldSz cx="12193588" cy="6094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/>
    <p:restoredTop sz="94643"/>
  </p:normalViewPr>
  <p:slideViewPr>
    <p:cSldViewPr snapToGrid="0">
      <p:cViewPr varScale="1">
        <p:scale>
          <a:sx n="110" d="100"/>
          <a:sy n="110" d="100"/>
        </p:scale>
        <p:origin x="176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35322-EB9C-4947-815B-864C51DCC349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2E336-B311-4947-89B3-858C49D965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0281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4E7-D740-5DBD-262C-C54B364D9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995A328-E8FF-A8E6-922A-B74EFE28D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FEF6D9C-7DC4-C96A-4E66-ED56A19C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5248F1-682B-198D-DDED-7D171ABB2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C2E336-B311-4947-89B3-858C49D9652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382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3D1C1BEA-D810-1EE1-5371-118F457D6D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88826" cy="609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24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3074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8" y="1519372"/>
            <a:ext cx="10516970" cy="2535106"/>
          </a:xfrm>
        </p:spPr>
        <p:txBody>
          <a:bodyPr anchor="b"/>
          <a:lstStyle>
            <a:lvl1pPr>
              <a:defRPr sz="5332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8" y="4078461"/>
            <a:ext cx="10516970" cy="1333152"/>
          </a:xfrm>
        </p:spPr>
        <p:txBody>
          <a:bodyPr/>
          <a:lstStyle>
            <a:lvl1pPr marL="0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1pPr>
            <a:lvl2pPr marL="406314" indent="0">
              <a:buNone/>
              <a:defRPr sz="1777">
                <a:solidFill>
                  <a:schemeClr val="tx1">
                    <a:tint val="82000"/>
                  </a:schemeClr>
                </a:solidFill>
              </a:defRPr>
            </a:lvl2pPr>
            <a:lvl3pPr marL="812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3pPr>
            <a:lvl4pPr marL="1218941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4pPr>
            <a:lvl5pPr marL="162525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5pPr>
            <a:lvl6pPr marL="2031568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6pPr>
            <a:lvl7pPr marL="2437882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7pPr>
            <a:lvl8pPr marL="2844195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8pPr>
            <a:lvl9pPr marL="3250509" indent="0">
              <a:buNone/>
              <a:defRPr sz="142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651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1622355"/>
            <a:ext cx="5182275" cy="386684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109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324472"/>
            <a:ext cx="10516970" cy="1177971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8" y="1493978"/>
            <a:ext cx="5158459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8" y="2226153"/>
            <a:ext cx="5158459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4" y="1493978"/>
            <a:ext cx="5183863" cy="732176"/>
          </a:xfrm>
        </p:spPr>
        <p:txBody>
          <a:bodyPr anchor="b"/>
          <a:lstStyle>
            <a:lvl1pPr marL="0" indent="0">
              <a:buNone/>
              <a:defRPr sz="2133" b="1"/>
            </a:lvl1pPr>
            <a:lvl2pPr marL="406314" indent="0">
              <a:buNone/>
              <a:defRPr sz="1777" b="1"/>
            </a:lvl2pPr>
            <a:lvl3pPr marL="812627" indent="0">
              <a:buNone/>
              <a:defRPr sz="1600" b="1"/>
            </a:lvl3pPr>
            <a:lvl4pPr marL="1218941" indent="0">
              <a:buNone/>
              <a:defRPr sz="1422" b="1"/>
            </a:lvl4pPr>
            <a:lvl5pPr marL="1625255" indent="0">
              <a:buNone/>
              <a:defRPr sz="1422" b="1"/>
            </a:lvl5pPr>
            <a:lvl6pPr marL="2031568" indent="0">
              <a:buNone/>
              <a:defRPr sz="1422" b="1"/>
            </a:lvl6pPr>
            <a:lvl7pPr marL="2437882" indent="0">
              <a:buNone/>
              <a:defRPr sz="1422" b="1"/>
            </a:lvl7pPr>
            <a:lvl8pPr marL="2844195" indent="0">
              <a:buNone/>
              <a:defRPr sz="1422" b="1"/>
            </a:lvl8pPr>
            <a:lvl9pPr marL="3250509" indent="0">
              <a:buNone/>
              <a:defRPr sz="1422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4" y="2226153"/>
            <a:ext cx="5183863" cy="3274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89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414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459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877483"/>
            <a:ext cx="6173004" cy="4330983"/>
          </a:xfrm>
        </p:spPr>
        <p:txBody>
          <a:bodyPr/>
          <a:lstStyle>
            <a:lvl1pPr>
              <a:defRPr sz="2844"/>
            </a:lvl1pPr>
            <a:lvl2pPr>
              <a:defRPr sz="2488"/>
            </a:lvl2pPr>
            <a:lvl3pPr>
              <a:defRPr sz="2133"/>
            </a:lvl3pPr>
            <a:lvl4pPr>
              <a:defRPr sz="1777"/>
            </a:lvl4pPr>
            <a:lvl5pPr>
              <a:defRPr sz="1777"/>
            </a:lvl5pPr>
            <a:lvl6pPr>
              <a:defRPr sz="1777"/>
            </a:lvl6pPr>
            <a:lvl7pPr>
              <a:defRPr sz="1777"/>
            </a:lvl7pPr>
            <a:lvl8pPr>
              <a:defRPr sz="1777"/>
            </a:lvl8pPr>
            <a:lvl9pPr>
              <a:defRPr sz="17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669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8" y="406294"/>
            <a:ext cx="3932749" cy="1422030"/>
          </a:xfrm>
        </p:spPr>
        <p:txBody>
          <a:bodyPr anchor="b"/>
          <a:lstStyle>
            <a:lvl1pPr>
              <a:defRPr sz="284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877483"/>
            <a:ext cx="6173004" cy="4330983"/>
          </a:xfrm>
        </p:spPr>
        <p:txBody>
          <a:bodyPr anchor="t"/>
          <a:lstStyle>
            <a:lvl1pPr marL="0" indent="0">
              <a:buNone/>
              <a:defRPr sz="2844"/>
            </a:lvl1pPr>
            <a:lvl2pPr marL="406314" indent="0">
              <a:buNone/>
              <a:defRPr sz="2488"/>
            </a:lvl2pPr>
            <a:lvl3pPr marL="812627" indent="0">
              <a:buNone/>
              <a:defRPr sz="2133"/>
            </a:lvl3pPr>
            <a:lvl4pPr marL="1218941" indent="0">
              <a:buNone/>
              <a:defRPr sz="1777"/>
            </a:lvl4pPr>
            <a:lvl5pPr marL="1625255" indent="0">
              <a:buNone/>
              <a:defRPr sz="1777"/>
            </a:lvl5pPr>
            <a:lvl6pPr marL="2031568" indent="0">
              <a:buNone/>
              <a:defRPr sz="1777"/>
            </a:lvl6pPr>
            <a:lvl7pPr marL="2437882" indent="0">
              <a:buNone/>
              <a:defRPr sz="1777"/>
            </a:lvl7pPr>
            <a:lvl8pPr marL="2844195" indent="0">
              <a:buNone/>
              <a:defRPr sz="1777"/>
            </a:lvl8pPr>
            <a:lvl9pPr marL="3250509" indent="0">
              <a:buNone/>
              <a:defRPr sz="177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8" y="1828324"/>
            <a:ext cx="3932749" cy="3387196"/>
          </a:xfrm>
        </p:spPr>
        <p:txBody>
          <a:bodyPr/>
          <a:lstStyle>
            <a:lvl1pPr marL="0" indent="0">
              <a:buNone/>
              <a:defRPr sz="1422"/>
            </a:lvl1pPr>
            <a:lvl2pPr marL="406314" indent="0">
              <a:buNone/>
              <a:defRPr sz="1244"/>
            </a:lvl2pPr>
            <a:lvl3pPr marL="812627" indent="0">
              <a:buNone/>
              <a:defRPr sz="1066"/>
            </a:lvl3pPr>
            <a:lvl4pPr marL="1218941" indent="0">
              <a:buNone/>
              <a:defRPr sz="889"/>
            </a:lvl4pPr>
            <a:lvl5pPr marL="1625255" indent="0">
              <a:buNone/>
              <a:defRPr sz="889"/>
            </a:lvl5pPr>
            <a:lvl6pPr marL="2031568" indent="0">
              <a:buNone/>
              <a:defRPr sz="889"/>
            </a:lvl6pPr>
            <a:lvl7pPr marL="2437882" indent="0">
              <a:buNone/>
              <a:defRPr sz="889"/>
            </a:lvl7pPr>
            <a:lvl8pPr marL="2844195" indent="0">
              <a:buNone/>
              <a:defRPr sz="889"/>
            </a:lvl8pPr>
            <a:lvl9pPr marL="3250509" indent="0">
              <a:buNone/>
              <a:defRPr sz="889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8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76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324471"/>
            <a:ext cx="2629242" cy="516473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09" y="324471"/>
            <a:ext cx="7735307" cy="516473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666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09" y="324472"/>
            <a:ext cx="10516970" cy="1177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09" y="1622355"/>
            <a:ext cx="10516970" cy="3866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09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1D25D-9672-1046-9F68-22A5AFD0674C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26" y="5648618"/>
            <a:ext cx="4115336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722" y="5648618"/>
            <a:ext cx="2743557" cy="3244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E26D-813D-944A-8920-339198D3FD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69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2627" rtl="0" eaLnBrk="1" latinLnBrk="0" hangingPunct="1">
        <a:lnSpc>
          <a:spcPct val="90000"/>
        </a:lnSpc>
        <a:spcBef>
          <a:spcPct val="0"/>
        </a:spcBef>
        <a:buNone/>
        <a:defRPr kumimoji="1" sz="39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157" indent="-203157" algn="l" defTabSz="812627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kumimoji="1" sz="2488" kern="1200">
          <a:solidFill>
            <a:schemeClr val="tx1"/>
          </a:solidFill>
          <a:latin typeface="+mn-lt"/>
          <a:ea typeface="+mn-ea"/>
          <a:cs typeface="+mn-cs"/>
        </a:defRPr>
      </a:lvl1pPr>
      <a:lvl2pPr marL="609470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15784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777" kern="1200">
          <a:solidFill>
            <a:schemeClr val="tx1"/>
          </a:solidFill>
          <a:latin typeface="+mn-lt"/>
          <a:ea typeface="+mn-ea"/>
          <a:cs typeface="+mn-cs"/>
        </a:defRPr>
      </a:lvl3pPr>
      <a:lvl4pPr marL="1422098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11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34725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641039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047352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453666" indent="-203157" algn="l" defTabSz="812627" rtl="0" eaLnBrk="1" latinLnBrk="0" hangingPunct="1">
        <a:lnSpc>
          <a:spcPct val="90000"/>
        </a:lnSpc>
        <a:spcBef>
          <a:spcPts val="444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6314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2627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41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2525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31568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37882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195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50509" algn="l" defTabSz="812627" rtl="0" eaLnBrk="1" latinLnBrk="0" hangingPunct="1"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0EA10B04-7B75-0311-07BD-08BB70387EA2}"/>
              </a:ext>
            </a:extLst>
          </p:cNvPr>
          <p:cNvGrpSpPr/>
          <p:nvPr/>
        </p:nvGrpSpPr>
        <p:grpSpPr>
          <a:xfrm>
            <a:off x="-1348317" y="-175250"/>
            <a:ext cx="14948097" cy="6146440"/>
            <a:chOff x="-1348317" y="-175250"/>
            <a:chExt cx="14948097" cy="6146440"/>
          </a:xfrm>
        </p:grpSpPr>
        <p:pic>
          <p:nvPicPr>
            <p:cNvPr id="6" name="グラフィックス 5">
              <a:extLst>
                <a:ext uri="{FF2B5EF4-FFF2-40B4-BE49-F238E27FC236}">
                  <a16:creationId xmlns:a16="http://schemas.microsoft.com/office/drawing/2014/main" id="{675A666C-A003-B8FE-7298-787E3B9217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1348317" y="-175250"/>
              <a:ext cx="7772400" cy="4371975"/>
            </a:xfrm>
            <a:prstGeom prst="rect">
              <a:avLst/>
            </a:prstGeom>
          </p:spPr>
        </p:pic>
        <p:pic>
          <p:nvPicPr>
            <p:cNvPr id="7" name="グラフィックス 6">
              <a:extLst>
                <a:ext uri="{FF2B5EF4-FFF2-40B4-BE49-F238E27FC236}">
                  <a16:creationId xmlns:a16="http://schemas.microsoft.com/office/drawing/2014/main" id="{23841AED-6CE1-78CA-F4B9-FEE9ABF5881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10594" y="-163675"/>
              <a:ext cx="7772400" cy="4371975"/>
            </a:xfrm>
            <a:prstGeom prst="rect">
              <a:avLst/>
            </a:prstGeom>
          </p:spPr>
        </p:pic>
        <p:pic>
          <p:nvPicPr>
            <p:cNvPr id="8" name="グラフィックス 7">
              <a:extLst>
                <a:ext uri="{FF2B5EF4-FFF2-40B4-BE49-F238E27FC236}">
                  <a16:creationId xmlns:a16="http://schemas.microsoft.com/office/drawing/2014/main" id="{EB55EF81-AC0C-960C-48EC-9AFCF6F73F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27380" y="-175250"/>
              <a:ext cx="7772400" cy="4371975"/>
            </a:xfrm>
            <a:prstGeom prst="rect">
              <a:avLst/>
            </a:prstGeom>
          </p:spPr>
        </p:pic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9903DDDE-65BE-01E7-5460-75EF3B5BAB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6684" y="2145415"/>
              <a:ext cx="3825775" cy="3825775"/>
            </a:xfrm>
            <a:prstGeom prst="rect">
              <a:avLst/>
            </a:prstGeom>
          </p:spPr>
        </p:pic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E0561FD4-EEB1-73A7-CD8D-CAA96EB877E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60351" y="2130694"/>
              <a:ext cx="3825775" cy="3825775"/>
            </a:xfrm>
            <a:prstGeom prst="rect">
              <a:avLst/>
            </a:prstGeom>
          </p:spPr>
        </p:pic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47951361-83B2-0B1F-0B8D-26297BBD92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58278" y="2119119"/>
              <a:ext cx="3825775" cy="3825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147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87E7B-0FAD-BF2C-9486-770E8E1A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6E425FE0-C94B-91B4-DFE1-A1B900C23EDE}"/>
              </a:ext>
            </a:extLst>
          </p:cNvPr>
          <p:cNvGrpSpPr/>
          <p:nvPr/>
        </p:nvGrpSpPr>
        <p:grpSpPr>
          <a:xfrm>
            <a:off x="-1348317" y="-175250"/>
            <a:ext cx="14948097" cy="6146440"/>
            <a:chOff x="-1348317" y="-175250"/>
            <a:chExt cx="14948097" cy="6146440"/>
          </a:xfrm>
        </p:grpSpPr>
        <p:pic>
          <p:nvPicPr>
            <p:cNvPr id="16" name="グラフィックス 15">
              <a:extLst>
                <a:ext uri="{FF2B5EF4-FFF2-40B4-BE49-F238E27FC236}">
                  <a16:creationId xmlns:a16="http://schemas.microsoft.com/office/drawing/2014/main" id="{6A46EDE9-7700-465E-A6D2-4F40CF6992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-1348317" y="-175250"/>
              <a:ext cx="7772400" cy="4371975"/>
            </a:xfrm>
            <a:prstGeom prst="rect">
              <a:avLst/>
            </a:prstGeom>
          </p:spPr>
        </p:pic>
        <p:pic>
          <p:nvPicPr>
            <p:cNvPr id="17" name="グラフィックス 16">
              <a:extLst>
                <a:ext uri="{FF2B5EF4-FFF2-40B4-BE49-F238E27FC236}">
                  <a16:creationId xmlns:a16="http://schemas.microsoft.com/office/drawing/2014/main" id="{BC1D86E4-7FBF-B07C-BEF7-A1E9E936000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10594" y="-163675"/>
              <a:ext cx="7772400" cy="4371975"/>
            </a:xfrm>
            <a:prstGeom prst="rect">
              <a:avLst/>
            </a:prstGeom>
          </p:spPr>
        </p:pic>
        <p:pic>
          <p:nvPicPr>
            <p:cNvPr id="18" name="グラフィックス 17">
              <a:extLst>
                <a:ext uri="{FF2B5EF4-FFF2-40B4-BE49-F238E27FC236}">
                  <a16:creationId xmlns:a16="http://schemas.microsoft.com/office/drawing/2014/main" id="{127BAA34-D381-36CA-FF97-42781264B1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27380" y="-175250"/>
              <a:ext cx="7772400" cy="4371975"/>
            </a:xfrm>
            <a:prstGeom prst="rect">
              <a:avLst/>
            </a:prstGeom>
          </p:spPr>
        </p:pic>
        <p:pic>
          <p:nvPicPr>
            <p:cNvPr id="19" name="グラフィックス 18">
              <a:extLst>
                <a:ext uri="{FF2B5EF4-FFF2-40B4-BE49-F238E27FC236}">
                  <a16:creationId xmlns:a16="http://schemas.microsoft.com/office/drawing/2014/main" id="{9C5EA6B0-3604-7DC6-2709-369277A38B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36684" y="2145415"/>
              <a:ext cx="3825775" cy="3825775"/>
            </a:xfrm>
            <a:prstGeom prst="rect">
              <a:avLst/>
            </a:prstGeom>
          </p:spPr>
        </p:pic>
        <p:pic>
          <p:nvPicPr>
            <p:cNvPr id="20" name="グラフィックス 19">
              <a:extLst>
                <a:ext uri="{FF2B5EF4-FFF2-40B4-BE49-F238E27FC236}">
                  <a16:creationId xmlns:a16="http://schemas.microsoft.com/office/drawing/2014/main" id="{9BBCF4CB-2A31-93CC-845A-6CEFBD1467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60351" y="2130694"/>
              <a:ext cx="3825775" cy="3825775"/>
            </a:xfrm>
            <a:prstGeom prst="rect">
              <a:avLst/>
            </a:prstGeom>
          </p:spPr>
        </p:pic>
        <p:pic>
          <p:nvPicPr>
            <p:cNvPr id="21" name="グラフィックス 20">
              <a:extLst>
                <a:ext uri="{FF2B5EF4-FFF2-40B4-BE49-F238E27FC236}">
                  <a16:creationId xmlns:a16="http://schemas.microsoft.com/office/drawing/2014/main" id="{18D891B7-96D8-B50E-8088-D6CECDEEC5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58278" y="2119119"/>
              <a:ext cx="3825775" cy="3825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13446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1</Words>
  <Application>Microsoft Macintosh PowerPoint</Application>
  <PresentationFormat>ユーザー設定</PresentationFormat>
  <Paragraphs>1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Toshiki Iga</dc:creator>
  <cp:lastModifiedBy>Toshiki Iga</cp:lastModifiedBy>
  <cp:revision>23</cp:revision>
  <dcterms:created xsi:type="dcterms:W3CDTF">2026-03-31T15:52:12Z</dcterms:created>
  <dcterms:modified xsi:type="dcterms:W3CDTF">2026-04-01T00:53:42Z</dcterms:modified>
</cp:coreProperties>
</file>